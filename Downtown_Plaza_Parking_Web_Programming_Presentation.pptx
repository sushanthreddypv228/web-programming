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374" r:id="rId5"/>
    <p:sldId id="372" r:id="rId6"/>
    <p:sldId id="373" r:id="rId7"/>
    <p:sldId id="3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Base hourly rate (Rs)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Rs per hour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Sheet1!$A$2:$A$4</c:f>
              <c:strCache>
                <c:ptCount val="3"/>
                <c:pt idx="0">
                  <c:v>Bike</c:v>
                </c:pt>
                <c:pt idx="1">
                  <c:v>Car</c:v>
                </c:pt>
                <c:pt idx="2">
                  <c:v>EV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40</c:v>
                </c:pt>
                <c:pt idx="2">
                  <c:v>60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themeOverride" Target="../theme/themeOverride1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2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3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4.xml"/><Relationship Id="rId3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5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Development (HTML, CSS, JavaScript + SQLite Backend)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TITLE: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Downtown Plaza Parking Management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SUBMISSION: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Web Programming Project - 2026</a:t>
            </a:r>
            <a:endParaRPr lang="en-IN" altLang="en-US" sz="20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398328" y="5228206"/>
            <a:ext cx="4479639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Sushanth Reddy P V</a:t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241901115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Abstract: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Downtown Plaza is a browser-based parking management system built with HTML5, CSS3 and JavaScript, with five pages for drivers and the admin.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Problem: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Finding a free space in a busy mall is slow, and paper tickets or manual registers make bookings, fees and occupancy hard to track.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Solution: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Live colour-coded slots across floors A, B and C (green available, red occupied, amber reserved or yours) with booking, fee and ticket in seconds.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Pricing: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Rates by vehicle type (Bike Rs 15, Car Rs 40, EV Rs 60 per hour) with evening-peak and almost-full surge, long-stay and promo discounts.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Data Storage: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Bookings, theme and traffic state are saved in browser LocalStorage as JSON, so they survive a page reload; no server or database is needed.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Admin: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A PIN-protected dashboard (demo PIN 1234) shows six KPI cards, three charts and a CSV export of all bookings.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Key Takeaway: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The project is fully front-end and zero-cost; only the admin charts and fonts need internet for Chart.js and Google Fonts.</a:t>
            </a:r>
          </a:p>
        </p:txBody>
      </p:sp>
      <p:pic>
        <p:nvPicPr>
          <p:cNvPr id="4" name="Picture 3" descr="Home page of the Downtown Plaza Parking syst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Home page: live stats and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45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5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5000" y="45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100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parking slots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0000" y="45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3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floors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Problem: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Finding a free space in a busy mall is slow, and paper tickets or manual registers make bookings, fees and occupancy hard to track.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Defect: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Drivers have no live view of which slots are free, so they hunt floor by floor.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Paper tickets and manual registers cannot show real-time occupancy.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Fees are hard to calculate without clear peak, long-stay and promo rules.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Staff have no single place to see revenue, status counts and bookings.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Objective: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Show live availability: colour-coded slots across floors A, B and C.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Book in seconds: pick a slot, hours and vehicle, then get a ticket.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Price fairly: rates by vehicle type with peak surge and discounts.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Help the admin: revenue, occupancy charts and CSV export.</a:t>
            </a:r>
          </a:p>
        </p:txBody>
      </p:sp>
      <p:pic>
        <p:nvPicPr>
          <p:cNvPr id="4" name="Picture 3" descr="Book a Slot page with validated form and fee 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Book a Slot: validated form, live fee, ticket</a:t>
            </a:r>
          </a:p>
        </p:txBody>
      </p:sp>
      <p:pic>
        <p:nvPicPr>
          <p:cNvPr id="6" name="Picture 5" descr="My Bookings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000" y="4300000"/>
            <a:ext cx="3470000" cy="921719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0000" y="5251718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My Bookings: countdown, extend, cancel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Frontend: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HTML5 semantic pages, forms and tables for five screens; CSS3 with Grid, Flexbox, CSS variables and a dark theme in one stylesheet.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Logic: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Plain JavaScript in js/app.js handles slots, booking rules, pricing and simulation; it runs only the code for the current page.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Data and Libraries: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LocalStorage keeps dpp_bookings, dpp_sim and dpp_theme; Chart.js draws the admin charts and Google Fonts loads from a CDN.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Implementation Workflow: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1: The Find page draws 100 slots with grid(); filters narrow by floor and type.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2: The booking form checks the plate (TN09AB1234) and blocks a duplicate booking.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3: The fee is recalculated on every change using rate, hours, surge and promo.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4: A ticket is issued and the booking is saved to LocalStorage as JSON.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5: Finished bookings auto-expire; extend adds 1 hour, up to 12 hours.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6: Admin reads saved data for KPIs, charts and CSV; traffic ticks every 2.5 s.</a:t>
            </a:r>
          </a:p>
        </p:txBody>
      </p:sp>
      <p:graphicFrame>
        <p:nvGraphicFramePr>
          <p:cNvPr id="4" name="Chart 3" descr="Bar chart of base hourly rate: Bike 15, Car 40, EV 60 rupees"/>
          <p:cNvGraphicFramePr>
            <a:graphicFrameLocks noGrp="1"/>
          </p:cNvGraphicFramePr>
          <p:nvPr/>
        </p:nvGraphicFramePr>
        <p:xfrm>
          <a:off x="7950000" y="1800000"/>
          <a:ext cx="3470000" cy="23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0000" y="4200000"/>
            <a:ext cx="1695000" cy="6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+25%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Evening peak, 5-9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5000" y="4200000"/>
            <a:ext cx="1695000" cy="6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+20%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Lot almost full (80+)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0000" y="4880000"/>
            <a:ext cx="1695000" cy="6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-10%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Long stay (4 h or more)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5000" y="4880000"/>
            <a:ext cx="1695000" cy="6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-10%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Promo code PLAZA10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0000" y="5560000"/>
            <a:ext cx="3470000" cy="43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Times New Roman"/>
              </a:rPr>
              <a:t>fee = rate × hours × surge × long-stay × promo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Live Slot Grid: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100 colour-coded slots on floors A, B and C with filters, search, a best-slot picker and find-my-car by plate number.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Booking and Pricing: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Validated form, live fee preview, promo code PLAZA10, surge pricing and a printable ticket with a barcode.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My Bookings: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Countdown on every active booking, +1 hour extension (maximum stay 12 hours), ticket view and cancel with confirmation.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Admin Dashboard: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PIN login (demo PIN 1234), six KPI cards, three Chart.js charts and a bookings.csv export.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Verified: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Five working pages in one responsive web app with light and dark themes.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Bookings survive a reload via LocalStorage; finished ones auto-expire.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Live traffic runs every 2.5 s and warns if your chosen slot is taken.</a:t>
            </a:r>
          </a:p>
        </p:txBody>
      </p:sp>
      <p:pic>
        <p:nvPicPr>
          <p:cNvPr id="4" name="Picture 3" descr="Find Parking page with live slot gr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Find Parking: live slot grid</a:t>
            </a:r>
          </a:p>
        </p:txBody>
      </p:sp>
      <p:pic>
        <p:nvPicPr>
          <p:cNvPr id="6" name="Picture 5" descr="Admin dashboard KPI car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000" y="4300000"/>
            <a:ext cx="3470000" cy="813281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0000" y="5143281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Admin dashboard: six KPI cards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200" b="1" dirty="0"/>
          </a:p>
        </p:txBody>
      </p:sp>
      <p:sp>
        <p:nvSpPr>
          <p:cNvPr id="20" name="DemoInfo"/>
          <p:cNvSpPr txBox="1"/>
          <p:nvPr/>
        </p:nvSpPr>
        <p:spPr bwMode="auto">
          <a:xfrm>
            <a:off x="1209675" y="1774825"/>
            <a:ext cx="9772650" cy="42799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Downtown Plaza Parking Management System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 Project - 2026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the project folder in any browser - five static pages, no server needed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demo PIN: 1234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switch starts live traffic; dark mode is saved in LocalStorage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 HTML5 | CSS3 | JavaScript | LocalStorage | Chart.js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Sushanth Reddy P V (241901115), B.E. CSE (Cyber Security)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4812</Words>
  <Application>WPS Presentation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Verdana</vt:lpstr>
      <vt:lpstr>Times New Roman</vt:lpstr>
      <vt:lpstr>Microsoft YaHei</vt:lpstr>
      <vt:lpstr>Arial Unicode MS</vt:lpstr>
      <vt:lpstr>Calibri</vt:lpstr>
      <vt:lpstr>Profile</vt:lpstr>
      <vt:lpstr>PowerPoint 演示文稿</vt:lpstr>
      <vt:lpstr>ABOUT THE PROJECT</vt:lpstr>
      <vt:lpstr>PROBLEM STATEMENT / OBJECTIVE</vt:lpstr>
      <vt:lpstr>TOOLS, TECHNOLOGIES AND IMPLEMENTATION</vt:lpstr>
      <vt:lpstr>PROJECT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DailyFlow - All-in-One Personal Life Organizer</dc:title>
  <dc:creator>Sri Raam P (241901111)</dc:creator>
  <cp:lastModifiedBy>jdyt1</cp:lastModifiedBy>
  <cp:revision>47</cp:revision>
  <dcterms:created xsi:type="dcterms:W3CDTF">2023-08-03T04:32:00Z</dcterms:created>
  <dcterms:modified xsi:type="dcterms:W3CDTF">2026-10-17T03:32:08Z</dcterms:modified>
  <dc:subject>Web Programming Laboratory Project - 2026</dc:subject>
  <dc:description>DailyFlow - BillBell, DateGuard, DoseNote, AquaHabit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B6D7B41FB5244480B2D8C106DA79FB21_13</vt:lpwstr>
  </property>
</Properties>
</file>